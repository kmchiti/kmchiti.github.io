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9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8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7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85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2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1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34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5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62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3669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98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1933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61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78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8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EBC-E4FE-4A63-BD1A-C29FD49542D1}" type="datetimeFigureOut">
              <a:rPr lang="en-US" smtClean="0"/>
              <a:t>7/21/2018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224B77F-597E-4CCE-87D0-12D361612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4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3684" y="2319966"/>
            <a:ext cx="8581596" cy="1646302"/>
          </a:xfrm>
        </p:spPr>
        <p:txBody>
          <a:bodyPr/>
          <a:lstStyle/>
          <a:p>
            <a:pPr algn="l"/>
            <a:r>
              <a:rPr lang="en-US" b="1" dirty="0" smtClean="0"/>
              <a:t>AVR Microcontroller </a:t>
            </a:r>
            <a:br>
              <a:rPr lang="en-US" b="1" dirty="0" smtClean="0"/>
            </a:br>
            <a:r>
              <a:rPr lang="en-US" b="1" dirty="0" smtClean="0"/>
              <a:t>and Embedded Electrovolt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5762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Why AVR?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49025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Requirements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99820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Overview</a:t>
            </a:r>
            <a:endParaRPr lang="en-US" sz="4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98119" y="1745734"/>
            <a:ext cx="852559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Numbering and coding systems, history of AVR, feature and internal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Introduction to AVR I/O interfacing and start simple projects (push bottom ,7segment and LCD)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AVR timers and event counter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AVR interrupts and writing interrupt handler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Serial data communication and RS232 interfacing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ADC chip and sensor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9970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Numbering and coding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971" y="1548666"/>
            <a:ext cx="76111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Decimal</a:t>
            </a:r>
          </a:p>
          <a:p>
            <a:pPr lvl="1"/>
            <a:r>
              <a:rPr lang="en-US" sz="2800" dirty="0" smtClean="0"/>
              <a:t>3,144,197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Binary</a:t>
            </a:r>
          </a:p>
          <a:p>
            <a:pPr lvl="1"/>
            <a:r>
              <a:rPr lang="en-US" sz="2800" dirty="0" smtClean="0"/>
              <a:t>0b11,0b1001000,0b11000101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Hexadecimal</a:t>
            </a:r>
          </a:p>
          <a:p>
            <a:pPr lvl="1"/>
            <a:r>
              <a:rPr lang="en-US" sz="2800" dirty="0" smtClean="0"/>
              <a:t>0x03,0x90,0xC5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371" y="2038653"/>
            <a:ext cx="3774442" cy="26073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76324" y="4540286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ASCII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1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gates</a:t>
            </a:r>
            <a:endParaRPr lang="en-US" dirty="0"/>
          </a:p>
        </p:txBody>
      </p:sp>
      <p:pic>
        <p:nvPicPr>
          <p:cNvPr id="1026" name="Picture 2" descr="https://cdn-images-1.medium.com/max/2000/1*zq3cbyx-xd_SRq8EwzER0w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40" y="1815979"/>
            <a:ext cx="8576807" cy="406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01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 design using gates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85" y="1930400"/>
            <a:ext cx="7388584" cy="29595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01160" y="5015986"/>
            <a:ext cx="179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1-bit Full adder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design using gates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48" y="2426436"/>
            <a:ext cx="7845866" cy="28318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38311" y="5258324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Flip Flop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8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organization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9831" y="1687558"/>
            <a:ext cx="70192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ROM </a:t>
            </a:r>
            <a:r>
              <a:rPr lang="en-US" sz="1600" dirty="0" smtClean="0"/>
              <a:t>(read only memory)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PROM </a:t>
            </a:r>
            <a:r>
              <a:rPr lang="en-US" sz="1600" dirty="0" smtClean="0"/>
              <a:t>(programmable ROM – burn information into)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EPROM </a:t>
            </a:r>
            <a:r>
              <a:rPr lang="en-US" sz="1600" dirty="0" smtClean="0"/>
              <a:t>(erasable programmable ROM)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EEPROM </a:t>
            </a:r>
            <a:r>
              <a:rPr lang="en-US" sz="1600" dirty="0" smtClean="0"/>
              <a:t>(electrical erasable programmable ROM)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Flash memory EPROM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RAM </a:t>
            </a:r>
            <a:r>
              <a:rPr lang="en-US" sz="1600" dirty="0" smtClean="0"/>
              <a:t>(</a:t>
            </a:r>
            <a:r>
              <a:rPr lang="en-US" sz="1600" dirty="0"/>
              <a:t>random access memory)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SRAM </a:t>
            </a:r>
            <a:r>
              <a:rPr lang="en-US" sz="1600" dirty="0" smtClean="0"/>
              <a:t>(static RAM)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DRAM </a:t>
            </a:r>
            <a:r>
              <a:rPr lang="en-US" sz="1600" dirty="0" smtClean="0"/>
              <a:t>(dynamic RAM)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Inside a microprocessor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7" y="1930400"/>
            <a:ext cx="9123314" cy="320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9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2" y="175255"/>
            <a:ext cx="5957937" cy="659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3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AVR family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6443" y="1351270"/>
            <a:ext cx="769440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 brief history of the AVR microcontroller</a:t>
            </a:r>
          </a:p>
          <a:p>
            <a:pPr lvl="1"/>
            <a:endParaRPr lang="en-US" dirty="0"/>
          </a:p>
        </p:txBody>
      </p:sp>
      <p:pic>
        <p:nvPicPr>
          <p:cNvPr id="1026" name="Picture 2" descr="Image result for Alf-Egil Bogen and Vegard Wolla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371" y="1930400"/>
            <a:ext cx="4393559" cy="2471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07302" y="4401777"/>
            <a:ext cx="3935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Alf-</a:t>
            </a:r>
            <a:r>
              <a:rPr lang="en-US" sz="1400" dirty="0" err="1"/>
              <a:t>Egil</a:t>
            </a:r>
            <a:r>
              <a:rPr lang="en-US" sz="1400" dirty="0"/>
              <a:t> </a:t>
            </a:r>
            <a:r>
              <a:rPr lang="en-US" sz="1400" dirty="0" err="1"/>
              <a:t>Bogen</a:t>
            </a:r>
            <a:r>
              <a:rPr lang="en-US" sz="1400" dirty="0"/>
              <a:t> and </a:t>
            </a:r>
            <a:r>
              <a:rPr lang="en-US" sz="1400" dirty="0" err="1"/>
              <a:t>Vegard</a:t>
            </a:r>
            <a:r>
              <a:rPr lang="en-US" sz="1400" dirty="0"/>
              <a:t> </a:t>
            </a:r>
            <a:r>
              <a:rPr lang="en-US" sz="1400" dirty="0" err="1" smtClean="0"/>
              <a:t>Wollan</a:t>
            </a:r>
            <a:r>
              <a:rPr lang="en-US" sz="1400" dirty="0" smtClean="0"/>
              <a:t> 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Norwegian Institute of Technology (NTH</a:t>
            </a:r>
            <a:r>
              <a:rPr lang="en-US" sz="1400" dirty="0" smtClean="0"/>
              <a:t>)-1990</a:t>
            </a:r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616443" y="5253835"/>
            <a:ext cx="71465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AVR stand for ?	Atmel say nothing but the product name</a:t>
            </a:r>
          </a:p>
          <a:p>
            <a:r>
              <a:rPr lang="en-US" dirty="0"/>
              <a:t>	</a:t>
            </a:r>
            <a:r>
              <a:rPr lang="en-US" dirty="0" smtClean="0"/>
              <a:t>		Advance Virtual RISC</a:t>
            </a:r>
          </a:p>
          <a:p>
            <a:r>
              <a:rPr lang="en-US" dirty="0" smtClean="0"/>
              <a:t> 			Alf and </a:t>
            </a:r>
            <a:r>
              <a:rPr lang="en-US" dirty="0" err="1" smtClean="0"/>
              <a:t>Vegrad</a:t>
            </a:r>
            <a:r>
              <a:rPr lang="en-US" dirty="0" smtClean="0"/>
              <a:t> RISC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39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AVR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587" y="1515122"/>
            <a:ext cx="7694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AVR feature</a:t>
            </a:r>
          </a:p>
          <a:p>
            <a:pPr lvl="2"/>
            <a:r>
              <a:rPr lang="en-US" dirty="0" smtClean="0"/>
              <a:t>memory, I/O, timer, ADC, PWM, UART, I2C, SPI, CAN, USB,…</a:t>
            </a:r>
            <a:endParaRPr lang="en-US" dirty="0"/>
          </a:p>
          <a:p>
            <a:pPr lvl="2"/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72" y="2357037"/>
            <a:ext cx="6599919" cy="427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6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213594" y="1064583"/>
            <a:ext cx="6920402" cy="4666431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 smtClean="0"/>
              <a:t>Inside </a:t>
            </a:r>
            <a:br>
              <a:rPr lang="en-US" dirty="0" smtClean="0"/>
            </a:br>
            <a:r>
              <a:rPr lang="en-US" dirty="0" smtClean="0"/>
              <a:t>ATmega32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5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AVR family overview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335" y="1657736"/>
            <a:ext cx="6761983" cy="27810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335" y="4377377"/>
            <a:ext cx="6739017" cy="157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89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general purpose REGISTERs in AVR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90" y="1306888"/>
            <a:ext cx="2043405" cy="4961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1520" y="6210409"/>
            <a:ext cx="760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GPR</a:t>
            </a:r>
            <a:endParaRPr lang="en-US" sz="24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392" y="2839599"/>
            <a:ext cx="6137456" cy="893381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2848911" y="2901766"/>
            <a:ext cx="935542" cy="1380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801341" y="3433713"/>
            <a:ext cx="983112" cy="1974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06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AVR data memory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316" y="1377098"/>
            <a:ext cx="6590704" cy="51609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829" y="1321331"/>
            <a:ext cx="6371677" cy="538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8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470" y="1962701"/>
            <a:ext cx="8596668" cy="1320800"/>
          </a:xfrm>
        </p:spPr>
        <p:txBody>
          <a:bodyPr>
            <a:noAutofit/>
          </a:bodyPr>
          <a:lstStyle/>
          <a:p>
            <a:pPr algn="ctr"/>
            <a:r>
              <a:rPr lang="en-US" sz="7200" dirty="0" smtClean="0"/>
              <a:t>Software and Driver Installation 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4393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318</TotalTime>
  <Words>207</Words>
  <Application>Microsoft Office PowerPoint</Application>
  <PresentationFormat>Widescreen</PresentationFormat>
  <Paragraphs>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Facet</vt:lpstr>
      <vt:lpstr>AVR Microcontroller  and Embedded Electrovolt</vt:lpstr>
      <vt:lpstr>Why AVR?</vt:lpstr>
      <vt:lpstr>Requirements</vt:lpstr>
      <vt:lpstr>Overview</vt:lpstr>
      <vt:lpstr>Numbering and coding systems</vt:lpstr>
      <vt:lpstr>Logic gates</vt:lpstr>
      <vt:lpstr>Logic design using gates</vt:lpstr>
      <vt:lpstr>Logic design using gates</vt:lpstr>
      <vt:lpstr>Memory organization</vt:lpstr>
      <vt:lpstr>Inside a microprocessor</vt:lpstr>
      <vt:lpstr>PowerPoint Presentation</vt:lpstr>
      <vt:lpstr>Overview of AVR family</vt:lpstr>
      <vt:lpstr>Overview of AVR family</vt:lpstr>
      <vt:lpstr>Inside  ATmega32</vt:lpstr>
      <vt:lpstr>AVR family overview</vt:lpstr>
      <vt:lpstr>The general purpose REGISTERs in AVR</vt:lpstr>
      <vt:lpstr>AVR data memory</vt:lpstr>
      <vt:lpstr>Software and Driver Installation </vt:lpstr>
    </vt:vector>
  </TitlesOfParts>
  <Company>Moorche 30 DVDs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AVR Microcontroller  and Embedded Electrovolt</dc:title>
  <dc:creator>MRT www.Win2Farsi.com</dc:creator>
  <cp:lastModifiedBy>MRT www.Win2Farsi.com</cp:lastModifiedBy>
  <cp:revision>29</cp:revision>
  <dcterms:created xsi:type="dcterms:W3CDTF">2018-07-20T08:08:21Z</dcterms:created>
  <dcterms:modified xsi:type="dcterms:W3CDTF">2018-07-20T21:36:00Z</dcterms:modified>
</cp:coreProperties>
</file>
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9" r:id="rId9"/>
    <p:sldId id="278" r:id="rId10"/>
    <p:sldId id="282" r:id="rId11"/>
    <p:sldId id="280" r:id="rId12"/>
    <p:sldId id="283" r:id="rId13"/>
    <p:sldId id="281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3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0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4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23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1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3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9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8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2699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80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751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99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48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6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EBC-E4FE-4A63-BD1A-C29FD49542D1}" type="datetimeFigureOut">
              <a:rPr lang="en-US" smtClean="0"/>
              <a:t>7/28/2018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7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3684" y="2319966"/>
            <a:ext cx="8581596" cy="1646302"/>
          </a:xfrm>
        </p:spPr>
        <p:txBody>
          <a:bodyPr/>
          <a:lstStyle/>
          <a:p>
            <a:pPr algn="l"/>
            <a:r>
              <a:rPr lang="en-US" b="1" dirty="0" smtClean="0"/>
              <a:t>AVR Microcontroller </a:t>
            </a:r>
            <a:br>
              <a:rPr lang="en-US" b="1" dirty="0" smtClean="0"/>
            </a:br>
            <a:r>
              <a:rPr lang="en-US" b="1" dirty="0" smtClean="0"/>
              <a:t>and Embedded Electrovolt</a:t>
            </a:r>
            <a:endParaRPr lang="en-US" b="1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993684" y="402935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 dirty="0" smtClean="0"/>
              <a:t>Session 2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5762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/>
              <a:t>Introduction to AVR I/O interfacing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34" y="2190676"/>
            <a:ext cx="4936868" cy="441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2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port , pin and their function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543" y="2058795"/>
            <a:ext cx="7113484" cy="2592414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1844657" y="2769628"/>
            <a:ext cx="1257960" cy="105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844657" y="3194527"/>
            <a:ext cx="1257960" cy="105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844657" y="3614140"/>
            <a:ext cx="1257960" cy="105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8646" y="2574718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direction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28646" y="301514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28646" y="340370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8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Pull-up and pull-down</a:t>
            </a:r>
            <a:endParaRPr lang="en-US" dirty="0"/>
          </a:p>
        </p:txBody>
      </p:sp>
      <p:pic>
        <p:nvPicPr>
          <p:cNvPr id="1026" name="Picture 2" descr="Image result for pull up and pull dow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943" y="1461473"/>
            <a:ext cx="5238750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20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DDRx register roll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056" y="1930400"/>
            <a:ext cx="4052079" cy="3005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4904" y="4445147"/>
            <a:ext cx="790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Input </a:t>
            </a:r>
          </a:p>
          <a:p>
            <a:pPr algn="ctr"/>
            <a:r>
              <a:rPr lang="en-US" dirty="0" smtClean="0"/>
              <a:t>mode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9562" y="2463718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output </a:t>
            </a:r>
          </a:p>
          <a:p>
            <a:pPr algn="ctr"/>
            <a:r>
              <a:rPr lang="en-US" dirty="0" smtClean="0"/>
              <a:t>mode</a:t>
            </a:r>
            <a:endParaRPr lang="en-US" dirty="0"/>
          </a:p>
        </p:txBody>
      </p:sp>
      <p:sp>
        <p:nvSpPr>
          <p:cNvPr id="7" name="Left Brace 6"/>
          <p:cNvSpPr/>
          <p:nvPr/>
        </p:nvSpPr>
        <p:spPr>
          <a:xfrm>
            <a:off x="1515505" y="2218686"/>
            <a:ext cx="264383" cy="113639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79888" y="221868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DDRx=0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79887" y="2876304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DDRx=1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8" idx="3"/>
          </p:cNvCxnSpPr>
          <p:nvPr/>
        </p:nvCxnSpPr>
        <p:spPr>
          <a:xfrm>
            <a:off x="2740407" y="2403352"/>
            <a:ext cx="494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740407" y="3060970"/>
            <a:ext cx="494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Left Brace 12"/>
          <p:cNvSpPr/>
          <p:nvPr/>
        </p:nvSpPr>
        <p:spPr>
          <a:xfrm>
            <a:off x="1515504" y="4210457"/>
            <a:ext cx="264383" cy="113639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74601" y="4210457"/>
            <a:ext cx="17241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DDRx=0</a:t>
            </a:r>
            <a:r>
              <a:rPr lang="en-US" sz="1400" dirty="0"/>
              <a:t> &amp; PORTx=0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454171" y="4393604"/>
            <a:ext cx="4254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419708" y="5079471"/>
            <a:ext cx="494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74601" y="4936030"/>
            <a:ext cx="17241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DDRx=0</a:t>
            </a:r>
            <a:r>
              <a:rPr lang="en-US" sz="1400" dirty="0"/>
              <a:t> &amp; </a:t>
            </a:r>
            <a:r>
              <a:rPr lang="en-US" sz="1400" dirty="0" smtClean="0"/>
              <a:t>PORTx=1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3933139" y="4179679"/>
            <a:ext cx="851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Tri state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3933139" y="4880713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Pull-up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2332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program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088" y="1700243"/>
            <a:ext cx="5681159" cy="35632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419" y="1250752"/>
            <a:ext cx="2349960" cy="49687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951" y="1580599"/>
            <a:ext cx="5054162" cy="446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dirty="0" smtClean="0"/>
              <a:t>ouncing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899" y="3394589"/>
            <a:ext cx="4467225" cy="2838450"/>
          </a:xfrm>
          <a:prstGeom prst="rect">
            <a:avLst/>
          </a:prstGeom>
        </p:spPr>
      </p:pic>
      <p:cxnSp>
        <p:nvCxnSpPr>
          <p:cNvPr id="9" name="Elbow Connector 8"/>
          <p:cNvCxnSpPr/>
          <p:nvPr/>
        </p:nvCxnSpPr>
        <p:spPr>
          <a:xfrm>
            <a:off x="3164899" y="2383781"/>
            <a:ext cx="2827769" cy="400280"/>
          </a:xfrm>
          <a:prstGeom prst="bentConnector3">
            <a:avLst>
              <a:gd name="adj1" fmla="val 20467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5992668" y="2362639"/>
            <a:ext cx="708264" cy="421424"/>
          </a:xfrm>
          <a:prstGeom prst="bentConnector3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973" y="2388685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Ideal condition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50973" y="4280031"/>
            <a:ext cx="16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real condition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59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42530" y="2198788"/>
            <a:ext cx="265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Hardware </a:t>
            </a:r>
            <a:r>
              <a:rPr lang="en-US" dirty="0" err="1" smtClean="0"/>
              <a:t>debouncing</a:t>
            </a:r>
            <a:r>
              <a:rPr lang="en-US" dirty="0" smtClean="0"/>
              <a:t> :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824" y="1211702"/>
            <a:ext cx="3433503" cy="23435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2530" y="458697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Software </a:t>
            </a:r>
            <a:r>
              <a:rPr lang="en-US" dirty="0" err="1" smtClean="0"/>
              <a:t>debouncing</a:t>
            </a: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45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Debouncing algorithm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11430" y="1307330"/>
            <a:ext cx="1675519" cy="45455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Read switch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6011429" y="3122943"/>
            <a:ext cx="1675519" cy="45455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delay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6011428" y="5836474"/>
            <a:ext cx="1675519" cy="45455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pressed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6011429" y="4926533"/>
            <a:ext cx="1675519" cy="45455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delay</a:t>
            </a:r>
            <a:endParaRPr lang="en-US" sz="1600" dirty="0"/>
          </a:p>
        </p:txBody>
      </p:sp>
      <p:sp>
        <p:nvSpPr>
          <p:cNvPr id="7" name="Diamond 6"/>
          <p:cNvSpPr/>
          <p:nvPr/>
        </p:nvSpPr>
        <p:spPr>
          <a:xfrm>
            <a:off x="6011430" y="2089203"/>
            <a:ext cx="1675519" cy="659263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If pressed</a:t>
            </a:r>
            <a:endParaRPr lang="en-US" sz="1400" dirty="0"/>
          </a:p>
        </p:txBody>
      </p:sp>
      <p:sp>
        <p:nvSpPr>
          <p:cNvPr id="8" name="Diamond 7"/>
          <p:cNvSpPr/>
          <p:nvPr/>
        </p:nvSpPr>
        <p:spPr>
          <a:xfrm>
            <a:off x="6011429" y="3954598"/>
            <a:ext cx="1675519" cy="659263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Not pressed</a:t>
            </a:r>
            <a:endParaRPr lang="en-US" sz="1400" dirty="0"/>
          </a:p>
        </p:txBody>
      </p:sp>
      <p:cxnSp>
        <p:nvCxnSpPr>
          <p:cNvPr id="10" name="Straight Connector 9"/>
          <p:cNvCxnSpPr>
            <a:stCxn id="3" idx="2"/>
            <a:endCxn id="7" idx="0"/>
          </p:cNvCxnSpPr>
          <p:nvPr/>
        </p:nvCxnSpPr>
        <p:spPr>
          <a:xfrm>
            <a:off x="6849190" y="1761887"/>
            <a:ext cx="0" cy="327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2"/>
            <a:endCxn id="4" idx="0"/>
          </p:cNvCxnSpPr>
          <p:nvPr/>
        </p:nvCxnSpPr>
        <p:spPr>
          <a:xfrm flipH="1">
            <a:off x="6849189" y="2748466"/>
            <a:ext cx="1" cy="3744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4" idx="2"/>
            <a:endCxn id="8" idx="0"/>
          </p:cNvCxnSpPr>
          <p:nvPr/>
        </p:nvCxnSpPr>
        <p:spPr>
          <a:xfrm>
            <a:off x="6849189" y="3577500"/>
            <a:ext cx="0" cy="3770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8" idx="1"/>
          </p:cNvCxnSpPr>
          <p:nvPr/>
        </p:nvCxnSpPr>
        <p:spPr>
          <a:xfrm flipH="1" flipV="1">
            <a:off x="5449401" y="4284229"/>
            <a:ext cx="562028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449401" y="3863287"/>
            <a:ext cx="0" cy="4209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449401" y="3863287"/>
            <a:ext cx="13997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8" idx="2"/>
            <a:endCxn id="6" idx="0"/>
          </p:cNvCxnSpPr>
          <p:nvPr/>
        </p:nvCxnSpPr>
        <p:spPr>
          <a:xfrm>
            <a:off x="6849189" y="4613861"/>
            <a:ext cx="0" cy="3126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" idx="2"/>
            <a:endCxn id="5" idx="0"/>
          </p:cNvCxnSpPr>
          <p:nvPr/>
        </p:nvCxnSpPr>
        <p:spPr>
          <a:xfrm flipH="1">
            <a:off x="6849188" y="5381090"/>
            <a:ext cx="1" cy="4553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46" y="1688290"/>
            <a:ext cx="2656897" cy="41889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49187" y="4642420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5651181" y="4073758"/>
            <a:ext cx="324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6800736" y="2789362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46" name="Rectangle 45"/>
          <p:cNvSpPr/>
          <p:nvPr/>
        </p:nvSpPr>
        <p:spPr>
          <a:xfrm>
            <a:off x="8029627" y="2197737"/>
            <a:ext cx="1489647" cy="44503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Not pressed</a:t>
            </a:r>
            <a:endParaRPr lang="en-US" b="1" dirty="0"/>
          </a:p>
        </p:txBody>
      </p:sp>
      <p:cxnSp>
        <p:nvCxnSpPr>
          <p:cNvPr id="48" name="Straight Connector 47"/>
          <p:cNvCxnSpPr>
            <a:stCxn id="46" idx="1"/>
            <a:endCxn id="7" idx="3"/>
          </p:cNvCxnSpPr>
          <p:nvPr/>
        </p:nvCxnSpPr>
        <p:spPr>
          <a:xfrm flipH="1" flipV="1">
            <a:off x="7686949" y="2418835"/>
            <a:ext cx="342678" cy="14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86947" y="2197737"/>
            <a:ext cx="324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7147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40827" y="1561068"/>
            <a:ext cx="8060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Toggle LED that connected to B0 with pull-up push-button connected to A0: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73" y="2061173"/>
            <a:ext cx="3344323" cy="4740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9743" y="3514890"/>
            <a:ext cx="3913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What happened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If there is no </a:t>
            </a:r>
            <a:r>
              <a:rPr lang="en-US" sz="2400" b="1" dirty="0" err="1" smtClean="0">
                <a:solidFill>
                  <a:srgbClr val="FF0000"/>
                </a:solidFill>
              </a:rPr>
              <a:t>debouncing</a:t>
            </a:r>
            <a:r>
              <a:rPr lang="en-US" sz="2400" b="1" dirty="0" smtClean="0">
                <a:solidFill>
                  <a:srgbClr val="FF0000"/>
                </a:solidFill>
              </a:rPr>
              <a:t>?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51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7segment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445" y="148702"/>
            <a:ext cx="2858840" cy="28588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39" y="2845347"/>
            <a:ext cx="3507126" cy="2393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113" y="2579775"/>
            <a:ext cx="3485056" cy="23973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817" y="1930400"/>
            <a:ext cx="5552296" cy="436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0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7segment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35" y="1107815"/>
            <a:ext cx="7596096" cy="16451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082" y="2519544"/>
            <a:ext cx="4521403" cy="433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7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Alphanumeric LCD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6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0" y="1962701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US" sz="7200" dirty="0" smtClean="0"/>
              <a:t>Software and Driver Installation 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4393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641</TotalTime>
  <Words>102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AVR Microcontroller  and Embedded Electrovolt</vt:lpstr>
      <vt:lpstr>Introduction to AVR I/O interfacing</vt:lpstr>
      <vt:lpstr>I/O port , pin and their function</vt:lpstr>
      <vt:lpstr>Pull-up and pull-down</vt:lpstr>
      <vt:lpstr>DDRx register roll</vt:lpstr>
      <vt:lpstr>Simple program</vt:lpstr>
      <vt:lpstr>Bouncing  </vt:lpstr>
      <vt:lpstr>Solution ?</vt:lpstr>
      <vt:lpstr>Debouncing algorithm </vt:lpstr>
      <vt:lpstr>Code example</vt:lpstr>
      <vt:lpstr>7segment</vt:lpstr>
      <vt:lpstr>7segment</vt:lpstr>
      <vt:lpstr>Alphanumeric LCD</vt:lpstr>
      <vt:lpstr>Software and Driver Installation </vt:lpstr>
    </vt:vector>
  </TitlesOfParts>
  <Company>Moorche 30 DVDs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 Microcontroller  and Embedded Electrovolt</dc:title>
  <dc:creator>MRT www.Win2Farsi.com</dc:creator>
  <cp:lastModifiedBy>MRT www.Win2Farsi.com</cp:lastModifiedBy>
  <cp:revision>76</cp:revision>
  <dcterms:created xsi:type="dcterms:W3CDTF">2018-07-20T08:08:21Z</dcterms:created>
  <dcterms:modified xsi:type="dcterms:W3CDTF">2018-07-28T09:22:13Z</dcterms:modified>
</cp:coreProperties>
</file>